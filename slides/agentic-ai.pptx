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0:00–1:30. Set the capability frame and the “Ask → Plan → Do → Record”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1:30–3:00. Define agents as planner, tool-caller, executor, reporter.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3:00–4:00. Emphasise that it is R-focused but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4:00–4:20. Name systems briefly; no deep dive.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4:20–5:30. Keep brand-agnostic; students use what is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5:30–6:30. Mention without prices; institutions vary.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6:30–8:00. Teach patterns, not price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8:00–8:15. Shift from tools to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8:15–9:30. Capability and provenance, not hype.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9:30–11:00. Keep pragmatic and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11:00–11:15. From ideas to one runnable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11:15–12:30. Agents arrive “cold”; containers standardise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12:30–13:30. Show structure you will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13:30–14:45. Makefile first; upgrade later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14:45–15:00. Language-science example; tiny lawful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15:00–16:00. Keep datasets small; ship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16:00–17:00. Prepare a fallback recording.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17:00–23:00. Small change + re-run + visible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23:00–24:30. Draft interactively, execute by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24:30–24:45. Light-touch process; keep humans engaged.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24:45–26:15. One screenshot of a PR with a small diff.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26:15–27:45. Manuscript pulls numbers from results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27:45–28:00. Leave time buffer for Q&amp;A up to 40:00.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28:00–29:00. Close with four rules of thumb.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29:00–40:00. Keep a slide visible with repo URL and a QR code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1275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14400" y="1713012"/>
            <a:ext cx="7461504" cy="1117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AI for reproducible language science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135213"/>
            <a:ext cx="31271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400"/>
              </a:spcBef>
              <a:buNone/>
            </a:pPr>
            <a:r>
              <a:rPr lang="en-US" sz="2000" b="1" dirty="0">
                <a:solidFill>
                  <a:srgbClr val="88C0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prompt to pipeline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B42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99552" y="2074813"/>
            <a:ext cx="5744897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E9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AGENTS NOW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174950" y="3017788"/>
            <a:ext cx="2793950" cy="50750"/>
          </a:xfrm>
          <a:prstGeom prst="rect">
            <a:avLst/>
          </a:prstGeom>
          <a:solidFill>
            <a:srgbClr val="88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chat to agents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2383185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Agents plan multi-step work.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They call external tools.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They run code and scripts.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They record actions and results.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Capability expands; speed increases.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1277243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2210693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agent loop schematic (non-generative)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73060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will learn today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716280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 agents add capability.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Pragmatic pitfalls and mitigations.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Run a containerised R workflow.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Use GitHub for visible review.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B42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7755" y="2074813"/>
            <a:ext cx="7948342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E9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LANDSCAPE AND ACCESS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174950" y="3017788"/>
            <a:ext cx="2793950" cy="50750"/>
          </a:xfrm>
          <a:prstGeom prst="rect">
            <a:avLst/>
          </a:prstGeom>
          <a:solidFill>
            <a:srgbClr val="88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Systems you may encounter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Claude Code (web/IDE).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Cursor (IDE agent mode).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Coding agents in editors.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Choose what your lab supports.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922437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1855887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Code, Cursor, editor logos (insert non-generative logos)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China-aware options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Qwen models (AliCloud).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Kimi (Moonshot AI).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GLM (Zhipu AI).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ERNIE, Hunyuan, Doubao.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922437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1855887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Provider logos grid (insert non-generative logos)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 about costs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196482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Three patterns: subscription, tokens, editor.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Iterations drive spend.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Keep prompts short.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Prefer small models for drafts.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1068139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2001589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cost formula schematic (non-generative)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B42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8157" y="2074813"/>
            <a:ext cx="7367537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E9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 AND PITFALLS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174950" y="3017788"/>
            <a:ext cx="2793950" cy="50750"/>
          </a:xfrm>
          <a:prstGeom prst="rect">
            <a:avLst/>
          </a:prstGeom>
          <a:solidFill>
            <a:srgbClr val="88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73060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gets better now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716280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Attempt larger tasks.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Explore alternatives quickly.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Faster first drafts.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Traceable, recorded changes.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73060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Pitfalls you will meet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716280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Overreach beyond expertise.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Skill drift if you stop reading.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Cost creep from many runs.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Mitigate: small tasks, tests, review.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42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1755725"/>
            <a:ext cx="8290661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E9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METHODS TUTORIAL (R-FOCUSED)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174950" y="3336875"/>
            <a:ext cx="2793950" cy="50750"/>
          </a:xfrm>
          <a:prstGeom prst="rect">
            <a:avLst/>
          </a:prstGeom>
          <a:solidFill>
            <a:srgbClr val="88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containers help agents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Predictable start each run.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Self-documenting projects win.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If a stranger can run it…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…an agent can run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922437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1855887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concept icon (non-generative)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 skeleton (demo)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209177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README with quickstart.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Makefile orchestration.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 scripts for steps.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Raw, processed, results folders.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Wrapper script to run 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1131540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2064990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Repository tree schematic (non-generative)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73060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pipeline, end-to-end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716280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Simple Makefile rules.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Deterministic script runs.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Diffable result files.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Upgrade path exists later.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B42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1755725"/>
            <a:ext cx="8290661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E9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— LEXICAL DECISION (OPTION A)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174950" y="3336875"/>
            <a:ext cx="2793950" cy="50750"/>
          </a:xfrm>
          <a:prstGeom prst="rect">
            <a:avLst/>
          </a:prstGeom>
          <a:solidFill>
            <a:srgbClr val="88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Task and data (tiny slices)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Behaviour: lexical decision RTs.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Predictors: frequency, strokes.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Join SCLP with CLD rows.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Aim: small, fast, illustrative.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922437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1855887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Lexical decision schematic (non-generative)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73060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Demo: what you will run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716280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Clone the repo.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Run `make` once.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View `metrics.yml`.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Keep a short screencast.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73060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steps (5–6 minutes)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7162800" cy="2091779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Run `make` to baseline.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 adds one predictor.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Re-run `make` deterministically.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Show diff in `metrics.yml`.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Commit and open a PR.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73060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Interactive vs script-based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716280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Draft with an agent.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Execute via scripts.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Scripts beat ad-hoc REPL.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Reproducibility first.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B42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5574" y="2074813"/>
            <a:ext cx="4832702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E9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BASICS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174950" y="3017788"/>
            <a:ext cx="2793950" cy="50750"/>
          </a:xfrm>
          <a:prstGeom prst="rect">
            <a:avLst/>
          </a:prstGeom>
          <a:solidFill>
            <a:srgbClr val="88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the human in the loop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Branch → PR → review.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Scoped commits with notes.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Small, reviewable changes.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Merge with confidence.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922437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1855887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with small YAML diff (non-generative)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reporting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847850"/>
            <a:ext cx="3555950" cy="1255068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Results as CSV/YAML.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Manuscript reads tables.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Changes stay transparent.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713184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1646634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Manuscript numbers from tables schematic (non-generative)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B42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0598" y="2074813"/>
            <a:ext cx="8142803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5E9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WRAP-UP AND QUESTIONS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3174950" y="3017788"/>
            <a:ext cx="2793950" cy="50750"/>
          </a:xfrm>
          <a:prstGeom prst="rect">
            <a:avLst/>
          </a:prstGeom>
          <a:solidFill>
            <a:srgbClr val="88C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730605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Take-home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7162800" cy="1673423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Agents expand capability.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Structure keeps them honest.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Container + Makefile + scripts.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GitHub review for trust.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C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0" cy="5143500"/>
          </a:xfrm>
          <a:prstGeom prst="rect">
            <a:avLst/>
          </a:prstGeom>
          <a:solidFill>
            <a:srgbClr val="2E344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609600"/>
            <a:ext cx="3627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3200" b="1" dirty="0">
                <a:solidFill>
                  <a:srgbClr val="2E3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Q&amp;A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219200" y="1381125"/>
            <a:ext cx="3555950" cy="836712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Repo URL:</a:t>
            </a:r>
            <a:endParaRPr lang="en-US" sz="1700" dirty="0"/>
          </a:p>
          <a:p>
            <a:pPr algn="l" marL="152400" indent="-152400">
              <a:lnSpc>
                <a:spcPts val="2295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E344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QR code placeholder.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181451" y="609600"/>
            <a:ext cx="3200400" cy="22860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81A1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343757" y="1543050"/>
            <a:ext cx="287578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81A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 URL / QR code placeholder (non-generative)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2025-10-30T19:48:40Z</dcterms:created>
  <dcterms:modified xsi:type="dcterms:W3CDTF">2025-10-30T19:48:40Z</dcterms:modified>
</cp:coreProperties>
</file>